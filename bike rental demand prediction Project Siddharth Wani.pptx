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22-02-2026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3.jpeg"/><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jpeg"/><Relationship Id="rId5" Type="http://schemas.openxmlformats.org/officeDocument/2006/relationships/hyperlink" Target="https://github.com/siddharthwani71-alt/bike-rental-demand-prediction/upload/mai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b="1" dirty="0">
                <a:hlinkClick r:id="rId5"/>
              </a:rPr>
              <a:t>bike-rental-demand-prediction</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Siddharth </a:t>
            </a:r>
            <a:r>
              <a:rPr lang="en-US" sz="1600" b="1" cap="all" dirty="0" err="1"/>
              <a:t>vinod</a:t>
            </a:r>
            <a:r>
              <a:rPr lang="en-US" sz="1600" b="1" cap="all" dirty="0"/>
              <a:t> wani</a:t>
            </a:r>
          </a:p>
          <a:p>
            <a:pPr algn="l">
              <a:spcAft>
                <a:spcPts val="600"/>
              </a:spcAft>
            </a:pPr>
            <a:r>
              <a:rPr lang="en-US" sz="1600" b="1" cap="all" dirty="0"/>
              <a:t>College Name: </a:t>
            </a:r>
            <a:r>
              <a:rPr lang="en-US" sz="1600" b="1" cap="all" dirty="0" err="1"/>
              <a:t>dnc</a:t>
            </a:r>
            <a:r>
              <a:rPr lang="en-US" sz="1600" b="1" cap="all" dirty="0"/>
              <a:t> college Jalgaon</a:t>
            </a:r>
          </a:p>
          <a:p>
            <a:pPr algn="l">
              <a:spcAft>
                <a:spcPts val="600"/>
              </a:spcAft>
            </a:pPr>
            <a:r>
              <a:rPr lang="en-US" sz="1600" b="1" cap="all" dirty="0"/>
              <a:t>Department: computer science</a:t>
            </a:r>
          </a:p>
          <a:p>
            <a:pPr algn="l">
              <a:spcAft>
                <a:spcPts val="600"/>
              </a:spcAft>
            </a:pPr>
            <a:r>
              <a:rPr lang="en-US" sz="1600" b="1" cap="all" dirty="0"/>
              <a:t>Email ID:siddharthwani71@gmail.com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6"/>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65F9E016-73F2-9FFA-E91F-380F80AF55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9990" y="864273"/>
            <a:ext cx="4590784" cy="5030698"/>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1800" dirty="0"/>
              <a:t>In many urban cities, rental bikes are widely used for daily transportation. However, managing the availability of bikes at the right time and location is a major challenge. Sometimes bikes are not available when demand is high, and at other times bikes remain unused. This happens due to the lack of accurate prediction of bike demand. An efficient system is required to analyze historical data and understand demand patterns to support better bike distribution and management.</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r>
              <a:rPr lang="en-US" sz="2000" dirty="0">
                <a:latin typeface="Arial" panose="020B0604020202020204" pitchFamily="34" charset="0"/>
                <a:cs typeface="Arial" panose="020B0604020202020204" pitchFamily="34" charset="0"/>
              </a:rPr>
              <a:t>The proposed system aims to predict the number of rental bikes required on an hourly basis using machine learning techniques. The system analyzes historical bike rental data along with time-based factors to forecast future demand. By providing accurate predictions, the system helps in improving bike availability, reducing waiting time for users, and optimizing resource utilization.</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fontScale="85000" lnSpcReduction="20000"/>
          </a:bodyPr>
          <a:lstStyle/>
          <a:p>
            <a:r>
              <a:rPr lang="en-US" sz="2400" b="1" dirty="0"/>
              <a:t>Technologies Used</a:t>
            </a:r>
          </a:p>
          <a:p>
            <a:r>
              <a:rPr lang="en-US" sz="2400" dirty="0"/>
              <a:t>Microsoft Azure Machine Learning</a:t>
            </a:r>
          </a:p>
          <a:p>
            <a:r>
              <a:rPr lang="en-US" sz="2400" dirty="0"/>
              <a:t>Python Programming Language</a:t>
            </a:r>
          </a:p>
          <a:p>
            <a:r>
              <a:rPr lang="en-US" sz="2400" dirty="0"/>
              <a:t>Azure ML Studio</a:t>
            </a:r>
          </a:p>
          <a:p>
            <a:r>
              <a:rPr lang="en-US" sz="2400" dirty="0"/>
              <a:t>CSV Dataset</a:t>
            </a:r>
          </a:p>
          <a:p>
            <a:r>
              <a:rPr lang="en-US" sz="2400" dirty="0"/>
              <a:t>Cloud Computing Environment</a:t>
            </a:r>
          </a:p>
          <a:p>
            <a:r>
              <a:rPr lang="en-US" sz="2400" b="1" dirty="0"/>
              <a:t>Development Approach</a:t>
            </a:r>
          </a:p>
          <a:p>
            <a:r>
              <a:rPr lang="en-US" sz="2400" dirty="0"/>
              <a:t>Collect historical bike rental data</a:t>
            </a:r>
          </a:p>
          <a:p>
            <a:r>
              <a:rPr lang="en-US" sz="2400" dirty="0"/>
              <a:t>Preprocess the data to remove errors and missing values</a:t>
            </a:r>
          </a:p>
          <a:p>
            <a:r>
              <a:rPr lang="en-US" sz="2400" dirty="0"/>
              <a:t>Train the machine learning model using Azure ML</a:t>
            </a:r>
          </a:p>
          <a:p>
            <a:r>
              <a:rPr lang="en-US" sz="2400" dirty="0"/>
              <a:t>Test and evaluate the model</a:t>
            </a:r>
          </a:p>
          <a:p>
            <a:r>
              <a:rPr lang="en-US" sz="2400" dirty="0"/>
              <a:t>Deploy the model on Azure cloud for predictions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r>
              <a:rPr lang="en-US" sz="1600" b="1" dirty="0"/>
              <a:t>Algorithm Used</a:t>
            </a:r>
          </a:p>
          <a:p>
            <a:r>
              <a:rPr lang="en-US" sz="1600" dirty="0"/>
              <a:t>Linear Regression / Time Series Forecasting Algorithm</a:t>
            </a:r>
          </a:p>
          <a:p>
            <a:r>
              <a:rPr lang="en-US" sz="1600" b="1" dirty="0"/>
              <a:t>Algorithm Process</a:t>
            </a:r>
          </a:p>
          <a:p>
            <a:r>
              <a:rPr lang="en-US" sz="1600" dirty="0"/>
              <a:t>Input historical data such as date, time, and bike count</a:t>
            </a:r>
          </a:p>
          <a:p>
            <a:r>
              <a:rPr lang="en-US" sz="1600" dirty="0"/>
              <a:t>Train the model using Azure ML Studio</a:t>
            </a:r>
          </a:p>
          <a:p>
            <a:r>
              <a:rPr lang="en-US" sz="1600" dirty="0"/>
              <a:t>Identify demand patterns from past data</a:t>
            </a:r>
          </a:p>
          <a:p>
            <a:r>
              <a:rPr lang="en-US" sz="1600" dirty="0"/>
              <a:t>Predict future bike demand on an hourly basis</a:t>
            </a:r>
          </a:p>
          <a:p>
            <a:r>
              <a:rPr lang="en-US" sz="1600" b="1" dirty="0"/>
              <a:t>Deployment</a:t>
            </a:r>
          </a:p>
          <a:p>
            <a:r>
              <a:rPr lang="en-US" sz="1600" dirty="0"/>
              <a:t>The trained model is deployed using Microsoft Azure</a:t>
            </a:r>
          </a:p>
          <a:p>
            <a:r>
              <a:rPr lang="en-US" sz="1600" dirty="0"/>
              <a:t>Predictions are accessed through the Azure ML interface</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buNone/>
            </a:pPr>
            <a:r>
              <a:rPr lang="en-US" sz="2400" dirty="0"/>
              <a:t>The system successfully predicts the required number of rental bikes for each hour. The output graph shows a comparison between actual bike demand and predicted demand. The predicted values closely match the actual values, which indicates good accuracy and reliability of the model. This result confirms that the system can support better planning and decision-making.</a:t>
            </a:r>
          </a:p>
          <a:p>
            <a:pPr marL="0" indent="0">
              <a:buNone/>
            </a:pPr>
            <a:endParaRPr lang="en-US" sz="2200" dirty="0"/>
          </a:p>
        </p:txBody>
      </p:sp>
      <p:pic>
        <p:nvPicPr>
          <p:cNvPr id="5" name="Picture 4">
            <a:extLst>
              <a:ext uri="{FF2B5EF4-FFF2-40B4-BE49-F238E27FC236}">
                <a16:creationId xmlns:a16="http://schemas.microsoft.com/office/drawing/2014/main" id="{C895AD5F-8E56-B71A-620B-237F9E07E4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17" y="3429000"/>
            <a:ext cx="2254897" cy="3051402"/>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Bike Rental Demand Prediction System demonstrates how machine learning and cloud technology can be used to solve real-world transportation problems. Accurate demand prediction helps in efficient bike distribution, reduced waiting time, and improved user satisfaction. Microsoft Azure Machine Learning provides a reliable platform for developing and deploying predictive models.</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Integration of real-time weather data</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Use of advanced algorithms such as LSTM</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Expansion of the system to multiple cities</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Mobile application integration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Real-time demand prediction and monitoring</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944791"/>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Microsoft Azure Official Documentation</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Kaggle Bike Sharing Dataset</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Online Machine Learning Tutorials</a:t>
            </a: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Research Papers on Demand Prediction</a:t>
            </a:r>
          </a:p>
          <a:p>
            <a:pPr marL="0" indent="0">
              <a:buNone/>
            </a:pPr>
            <a:r>
              <a:rPr lang="en-IN" sz="2200" dirty="0">
                <a:latin typeface="Franklin Gothic Book"/>
              </a:rPr>
              <a:t>GitHub Link:</a:t>
            </a:r>
            <a:r>
              <a:rPr lang="en-IN" sz="2200" dirty="0">
                <a:solidFill>
                  <a:srgbClr val="0070C0"/>
                </a:solidFill>
                <a:latin typeface="Franklin Gothic Book"/>
              </a:rPr>
              <a:t> </a:t>
            </a:r>
            <a:r>
              <a:rPr lang="en-US" sz="2400" dirty="0"/>
              <a:t>https://github.com/username/bike-rental-demand-prediction</a:t>
            </a: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520</Words>
  <Application>Microsoft Office PowerPoint</Application>
  <PresentationFormat>Widescreen</PresentationFormat>
  <Paragraphs>65</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Siddharth Wani</cp:lastModifiedBy>
  <cp:revision>102</cp:revision>
  <cp:lastPrinted>2026-02-22T14:37:35Z</cp:lastPrinted>
  <dcterms:created xsi:type="dcterms:W3CDTF">2024-05-21T11:55:07Z</dcterms:created>
  <dcterms:modified xsi:type="dcterms:W3CDTF">2026-02-22T14:38:51Z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